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65" d="100"/>
          <a:sy n="65" d="100"/>
        </p:scale>
        <p:origin x="109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157926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07019"/>
              </p:ext>
            </p:extLst>
          </p:nvPr>
        </p:nvGraphicFramePr>
        <p:xfrm>
          <a:off x="1370382" y="3022007"/>
          <a:ext cx="6912768" cy="296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384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4834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432007">
                <a:tc>
                  <a:txBody>
                    <a:bodyPr/>
                    <a:lstStyle/>
                    <a:p>
                      <a:r>
                        <a:rPr lang="en-US" dirty="0"/>
                        <a:t>Sidharth Krishna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2401720003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432007">
                <a:tc>
                  <a:txBody>
                    <a:bodyPr/>
                    <a:lstStyle/>
                    <a:p>
                      <a:r>
                        <a:rPr lang="en-US" dirty="0"/>
                        <a:t>Ankit Kumar Yadav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2401720012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432007">
                <a:tc>
                  <a:txBody>
                    <a:bodyPr/>
                    <a:lstStyle/>
                    <a:p>
                      <a:r>
                        <a:rPr lang="en-US" dirty="0"/>
                        <a:t>Diwakar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2401720013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432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Palak Kashyap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Devashya Dahiya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2401840007</a:t>
                      </a:r>
                    </a:p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2401720001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395536" y="1212054"/>
            <a:ext cx="8424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Distributed Rate Limiter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43980" y="5958957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br>
              <a:rPr lang="en-IN" dirty="0"/>
            </a:br>
            <a:r>
              <a:rPr lang="en-IN" dirty="0"/>
              <a:t>Dr. Ravinder Beniwal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5BB4FC76-7048-7F4B-76DF-0AB0DB4D9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390188"/>
            <a:ext cx="889248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Rate Limiter System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control and manage API request traffic in high-load applications.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prevents server overload, misuse, and unfair resource consumption by limiting the number of requests per user or 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efficiently in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environments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consistent rate limits across multiple servers.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centralized, high-performance store to maintain counters and tokens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multiple rate-limiting algorithms such as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 Bucket, Fixed Window, and Sliding Window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real-time monitoring, analytics, and configuration of rate limits.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improves application stability, security, and performance under heavy traffic conditions.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024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51167-2610-E530-9D36-5A4CE15E3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3" y="-4509026"/>
            <a:ext cx="9440065" cy="1081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rate limiting system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handling high-traffic API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enforce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 usage policies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limiting requests per user, IP address, or API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multiple rate-limiting algorithms such as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 Bucket, Fixed Window, and Sliding Window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rate limit enforcement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application servers in a distributed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fast, centralized storage of counters and tokens with low latency.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prevent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abuse and malicious request flooding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 crashes and unexpected cloud infrastructure costs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monitoring, logging, and configuration of rate limits.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make the system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scalable, configurable, and easy to integrate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existing backend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CEC8DE-4B8E-4A87-5AB6-E0BD8DF1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-1764293"/>
            <a:ext cx="47320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47570CE-48F7-14EC-3381-9F88DA3DE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6" y="-5632411"/>
            <a:ext cx="8964488" cy="1194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Rate Limiting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consistent request control across multiple servers.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Rate Limiting Algorithms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including Token Bucket, Fixed Window, and Sliding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Redis-Based Centralized Storage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fast, reliable, and atomic request counting.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&amp; Low Latency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high-traffic and real-time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 Usage Enforcement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limiting requests per user, IP address, or API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Protection Against Abuse and Attacks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request flooding and bot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Dashboard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showing live traffic, violations, and usage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Rate Limits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APIs, users, or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works seamlessly in distributed and cloud-based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existing backend applications via APIs.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277888" y="142502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DAED4-6677-C07C-BEF5-60EF6BB9D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1" y="-6324809"/>
            <a:ext cx="8104738" cy="12649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Traffic Control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Limits the number of requests sent to APIs to prevent server overload during high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Protection Against Abuse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bots, scripts, or malicious users from flooding APIs with excessive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 Usage Enforcement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equal resource usage among users, especially in free or limited-access plans.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&amp; Authentication Systems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Restricts repeated login attempts to prevent brute-force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Applications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Controls request spikes during flash sales or promotional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Banking &amp; Financial Systems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APIs from misuse and ensures reliable transaction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consistent rate limits across multiple services and servers.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 descr="A diagram of a data processing system&#10;&#10;AI-generated content may be incorrect.">
            <a:extLst>
              <a:ext uri="{FF2B5EF4-FFF2-40B4-BE49-F238E27FC236}">
                <a16:creationId xmlns:a16="http://schemas.microsoft.com/office/drawing/2014/main" id="{5707F14B-D77D-3299-ECCF-2365F5C50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5" y="1293834"/>
            <a:ext cx="8062517" cy="4832329"/>
          </a:xfr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395536" y="1577698"/>
            <a:ext cx="410036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Used                                                                                                                                </a:t>
            </a:r>
          </a:p>
          <a:p>
            <a:r>
              <a:rPr lang="en-US" b="1" dirty="0"/>
              <a:t>API Request Data</a:t>
            </a:r>
            <a:endParaRPr lang="en-US" dirty="0"/>
          </a:p>
          <a:p>
            <a:pPr lvl="1"/>
            <a:r>
              <a:rPr lang="en-US" dirty="0"/>
              <a:t>User ID / API Key</a:t>
            </a:r>
          </a:p>
          <a:p>
            <a:pPr lvl="1"/>
            <a:r>
              <a:rPr lang="en-US" dirty="0"/>
              <a:t>IP Address</a:t>
            </a:r>
          </a:p>
          <a:p>
            <a:pPr lvl="1"/>
            <a:r>
              <a:rPr lang="en-US" dirty="0"/>
              <a:t>Endpoint Name</a:t>
            </a:r>
          </a:p>
          <a:p>
            <a:pPr lvl="1"/>
            <a:r>
              <a:rPr lang="en-US" dirty="0"/>
              <a:t>Timestamp of request</a:t>
            </a:r>
          </a:p>
          <a:p>
            <a:r>
              <a:rPr lang="en-US" b="1" dirty="0"/>
              <a:t>Rate Limit Configuration Data</a:t>
            </a:r>
            <a:endParaRPr lang="en-US" dirty="0"/>
          </a:p>
          <a:p>
            <a:pPr lvl="1"/>
            <a:r>
              <a:rPr lang="en-US" dirty="0"/>
              <a:t>Maximum requests allowed</a:t>
            </a:r>
          </a:p>
          <a:p>
            <a:pPr lvl="1"/>
            <a:r>
              <a:rPr lang="en-US" dirty="0"/>
              <a:t>Time window duration</a:t>
            </a:r>
          </a:p>
          <a:p>
            <a:pPr lvl="1"/>
            <a:r>
              <a:rPr lang="en-US" dirty="0"/>
              <a:t>Selected rate limiting algorithm</a:t>
            </a:r>
          </a:p>
          <a:p>
            <a:r>
              <a:rPr lang="en-US" b="1" dirty="0"/>
              <a:t>Log &amp; Analytics Data</a:t>
            </a:r>
            <a:endParaRPr lang="en-US" dirty="0"/>
          </a:p>
          <a:p>
            <a:pPr lvl="1"/>
            <a:r>
              <a:rPr lang="en-US" dirty="0"/>
              <a:t>Allowed and denied request counts</a:t>
            </a:r>
          </a:p>
          <a:p>
            <a:pPr lvl="1"/>
            <a:r>
              <a:rPr lang="en-US" dirty="0"/>
              <a:t>Rate limit violations</a:t>
            </a:r>
          </a:p>
          <a:p>
            <a:pPr lvl="1"/>
            <a:r>
              <a:rPr lang="en-US" dirty="0"/>
              <a:t>Traffic statistics per API or user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628B8E-49AE-F76E-F9B0-E97F91FE66E6}"/>
              </a:ext>
            </a:extLst>
          </p:cNvPr>
          <p:cNvSpPr txBox="1"/>
          <p:nvPr/>
        </p:nvSpPr>
        <p:spPr>
          <a:xfrm>
            <a:off x="4648097" y="1483960"/>
            <a:ext cx="41003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Software Resources</a:t>
            </a:r>
          </a:p>
          <a:p>
            <a:r>
              <a:rPr lang="en-IN" b="1" dirty="0"/>
              <a:t>Java 17</a:t>
            </a:r>
            <a:r>
              <a:rPr lang="en-IN" dirty="0"/>
              <a:t> – Backend development</a:t>
            </a:r>
          </a:p>
          <a:p>
            <a:r>
              <a:rPr lang="en-IN" b="1" dirty="0"/>
              <a:t>Spring Boot</a:t>
            </a:r>
            <a:r>
              <a:rPr lang="en-IN" dirty="0"/>
              <a:t> – API and service implementation</a:t>
            </a:r>
          </a:p>
          <a:p>
            <a:r>
              <a:rPr lang="en-IN" b="1" dirty="0"/>
              <a:t>Redis</a:t>
            </a:r>
            <a:r>
              <a:rPr lang="en-IN" dirty="0"/>
              <a:t> – Distributed in-memory data store</a:t>
            </a:r>
          </a:p>
          <a:p>
            <a:r>
              <a:rPr lang="en-IN" b="1" dirty="0"/>
              <a:t>PostgreSQL</a:t>
            </a:r>
            <a:r>
              <a:rPr lang="en-IN" dirty="0"/>
              <a:t> – Configuration and metadata storage</a:t>
            </a:r>
          </a:p>
          <a:p>
            <a:r>
              <a:rPr lang="en-IN" b="1" dirty="0"/>
              <a:t>HTML, CSS, REACT.js </a:t>
            </a:r>
            <a:r>
              <a:rPr lang="en-IN" dirty="0"/>
              <a:t>– Admin dashboard</a:t>
            </a:r>
          </a:p>
          <a:p>
            <a:r>
              <a:rPr lang="en-IN" b="1" dirty="0"/>
              <a:t>Docker</a:t>
            </a:r>
            <a:r>
              <a:rPr lang="en-IN" dirty="0"/>
              <a:t> – Containerization and deployment</a:t>
            </a:r>
          </a:p>
          <a:p>
            <a:r>
              <a:rPr lang="en-IN" b="1" dirty="0"/>
              <a:t>Prometheus &amp; Grafana</a:t>
            </a:r>
            <a:r>
              <a:rPr lang="en-IN" dirty="0"/>
              <a:t> – Monitoring and visualization</a:t>
            </a:r>
          </a:p>
          <a:p>
            <a:r>
              <a:rPr lang="en-IN" b="1" dirty="0"/>
              <a:t>Git &amp; GitHub</a:t>
            </a:r>
            <a:r>
              <a:rPr lang="en-IN" dirty="0"/>
              <a:t> – Version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016A6-8B33-AED3-0ED5-467AC7B56ACE}"/>
              </a:ext>
            </a:extLst>
          </p:cNvPr>
          <p:cNvSpPr txBox="1"/>
          <p:nvPr/>
        </p:nvSpPr>
        <p:spPr>
          <a:xfrm>
            <a:off x="103415" y="1061448"/>
            <a:ext cx="859970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using a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client–server architecture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high API traffic efficiently and reliably.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Incoming client requests are first received by the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Server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forwards request details (user/IP/API key) to a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Rate Limiter Service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executing business logic.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Limiter applies configurable algorithms such as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Bucket, Fixed Window, and Sliding Window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control request frequency.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a centralized in-memory datastore to store counters and tokens, ensuring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operations and consistent rate limiting across multiple servers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 rules, thresholds, and algorithm configurations are stored in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dynamic updates without redeployment.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Redis evaluation, requests are either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proceed or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denied with HTTP 429 (Too Many Requests)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rate-limiting decisions are logged and monitored through an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real-time traffic analysis and system 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03414" y="1234849"/>
            <a:ext cx="8784976" cy="4545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</a:p>
          <a:p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and controlled API traffic even during high-load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prevention of API abuse, spam requests, and brute-force attempts.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rate-limit enforcement across all servers in a distributed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server crashes and improved application response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visibility of API usage, violations, and traffic patterns through the dashboard.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reliability, security, and performance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usage of resources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infrastructure and cloud costs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 by uncontrolled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developer confidence by providing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and scalable traffic control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implementation of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 and backend engineering concepts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7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roject with multiple colored boxes">
            <a:extLst>
              <a:ext uri="{FF2B5EF4-FFF2-40B4-BE49-F238E27FC236}">
                <a16:creationId xmlns:a16="http://schemas.microsoft.com/office/drawing/2014/main" id="{65850A83-6F48-D02C-0386-31C98C3CBC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2" y="883748"/>
            <a:ext cx="8919346" cy="549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6138</TotalTime>
  <Words>1111</Words>
  <Application>Microsoft Office PowerPoint</Application>
  <PresentationFormat>On-screen Show (4:3)</PresentationFormat>
  <Paragraphs>170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SIDHARTH KRISHNA S 2401720003</cp:lastModifiedBy>
  <cp:revision>310</cp:revision>
  <cp:lastPrinted>2022-09-05T08:43:44Z</cp:lastPrinted>
  <dcterms:created xsi:type="dcterms:W3CDTF">2020-01-16T09:05:56Z</dcterms:created>
  <dcterms:modified xsi:type="dcterms:W3CDTF">2026-01-30T09:51:51Z</dcterms:modified>
</cp:coreProperties>
</file>